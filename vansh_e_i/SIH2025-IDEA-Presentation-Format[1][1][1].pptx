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4723" y="172571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82726" y="277644"/>
            <a:ext cx="10363200" cy="119719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SmartLearn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TechDynamos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830" y="281742"/>
            <a:ext cx="10972800" cy="66215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8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SmartLearn</a:t>
            </a:r>
            <a:endParaRPr lang="en-US" sz="4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43897" y="1432210"/>
            <a:ext cx="10373032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SmartLearn</a:t>
            </a:r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AI-powered memory booster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Proposed Solution</a:t>
            </a:r>
            <a:r>
              <a:rPr lang="en-US" sz="2400" dirty="0"/>
              <a:t> → An interactive, gamified learning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Problem Solved </a:t>
            </a:r>
            <a:r>
              <a:rPr lang="en-US" sz="2400" dirty="0"/>
              <a:t>→</a:t>
            </a:r>
            <a:r>
              <a:rPr lang="en-IN" sz="2400" dirty="0"/>
              <a:t> Boring study methods, poor retention, exam anxiety.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Uniqueness </a:t>
            </a:r>
            <a:r>
              <a:rPr lang="en-US" sz="2400" dirty="0"/>
              <a:t>→ Concept-to-story + integrated revision tools + engaging dashboard.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81742"/>
            <a:ext cx="1548188" cy="86125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Tech</a:t>
            </a:r>
          </a:p>
          <a:p>
            <a:pPr algn="ctr"/>
            <a:r>
              <a:rPr lang="en-US" dirty="0"/>
              <a:t>Dynamos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425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36521"/>
            <a:ext cx="10972800" cy="95885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1514" y="1059580"/>
            <a:ext cx="8166744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endParaRPr lang="en-IN" sz="4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Frontend (User Interface):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HTML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,</a:t>
            </a:r>
            <a:r>
              <a:rPr lang="en-US" sz="2000" b="1" dirty="0"/>
              <a:t> CSS, JavaScript</a:t>
            </a:r>
            <a:r>
              <a:rPr lang="en-US" sz="2000" dirty="0"/>
              <a:t> – for structure, styling, and interactivity.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Backend (Server-Side):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Java (Spring Boot)</a:t>
            </a:r>
            <a:r>
              <a:rPr lang="en-US" sz="2000" dirty="0"/>
              <a:t> – for building APIs, handling logic, and connecting to the database.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Database (Storage):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PostgreSQL</a:t>
            </a:r>
            <a:r>
              <a:rPr lang="en-IN" sz="2000" dirty="0"/>
              <a:t> – for storing user data, quizzes, flashcards, progress,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91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</a:t>
            </a:r>
          </a:p>
          <a:p>
            <a:pPr algn="ctr"/>
            <a:r>
              <a:rPr lang="en-US" dirty="0"/>
              <a:t>Dynamos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415348-3BA8-DB5E-A9C2-CF03D89A6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517" y="1259389"/>
            <a:ext cx="3412568" cy="46155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252245"/>
            <a:ext cx="10972800" cy="83329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88026" y="1691149"/>
            <a:ext cx="8706874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Feasibility</a:t>
            </a:r>
            <a:r>
              <a:rPr lang="en-US" sz="2800" dirty="0"/>
              <a:t> → Technically and economically doable.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Risks</a:t>
            </a:r>
            <a:r>
              <a:rPr lang="en-US" sz="2800" dirty="0"/>
              <a:t> → Content creation, scalability, engagement and competition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Solutions</a:t>
            </a:r>
            <a:r>
              <a:rPr lang="en-US" sz="2800" dirty="0"/>
              <a:t> → Start small, gamify, scale with cloud, secure data, highlight uniqueness.</a:t>
            </a:r>
            <a:endParaRPr lang="en-US" sz="2800" baseline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0885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</a:t>
            </a:r>
          </a:p>
          <a:p>
            <a:pPr algn="ctr"/>
            <a:r>
              <a:rPr lang="en-US" dirty="0"/>
              <a:t>Dynamos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252245"/>
            <a:ext cx="10972800" cy="84312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7587" y="1359451"/>
            <a:ext cx="10215716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Potential Impact on the Target Audience: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Students get a </a:t>
            </a:r>
            <a:r>
              <a:rPr lang="en-US" sz="2400" b="1" dirty="0"/>
              <a:t>fun, engaging, and effective</a:t>
            </a:r>
            <a:r>
              <a:rPr lang="en-US" sz="2400" dirty="0"/>
              <a:t> way to study.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Teachers</a:t>
            </a:r>
            <a:r>
              <a:rPr lang="en-US" sz="2400" b="1" dirty="0"/>
              <a:t> </a:t>
            </a:r>
            <a:r>
              <a:rPr lang="en-US" sz="2400" dirty="0"/>
              <a:t>can use it as a </a:t>
            </a:r>
            <a:r>
              <a:rPr lang="en-US" sz="2400" b="1" dirty="0"/>
              <a:t>support tool </a:t>
            </a:r>
            <a:r>
              <a:rPr lang="en-US" sz="2400" dirty="0"/>
              <a:t>to explain and test concepts.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Helps learners build </a:t>
            </a:r>
            <a:r>
              <a:rPr lang="en-US" sz="2400" b="1" dirty="0"/>
              <a:t>confidence and exam readiness</a:t>
            </a:r>
            <a:r>
              <a:rPr lang="en-US" sz="2400" dirty="0"/>
              <a:t>.</a:t>
            </a:r>
            <a:endParaRPr lang="en-US" sz="2400" b="1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of the solution (social, economic, environmental, etc.):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400" b="1" dirty="0"/>
              <a:t>ocial</a:t>
            </a:r>
            <a:r>
              <a:rPr lang="en-US" sz="2400" dirty="0"/>
              <a:t> → Improves access to quality learning, makes education enjoyable, reduces student stress.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b="1" dirty="0"/>
              <a:t>conomic</a:t>
            </a:r>
            <a:r>
              <a:rPr lang="en-US" sz="2400" dirty="0"/>
              <a:t> → Low-cost, scalable platform that saves money on heavy coaching/materials.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Educational/Environmental</a:t>
            </a:r>
            <a:r>
              <a:rPr lang="en-IN" sz="2400" dirty="0"/>
              <a:t> → Digital flashcards &amp; quizzes reduce reliance on paper notes.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86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Dynamos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288039"/>
            <a:ext cx="10972800" cy="80733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24232" y="1349619"/>
            <a:ext cx="104123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/>
              <a:t>Gagana </a:t>
            </a:r>
            <a:r>
              <a:rPr lang="en-IN" sz="2800" b="1" dirty="0" err="1"/>
              <a:t>Lingshetti</a:t>
            </a:r>
            <a:r>
              <a:rPr lang="en-IN" sz="2800" b="1" dirty="0"/>
              <a:t> ,Sarthak Pawar</a:t>
            </a:r>
            <a:r>
              <a:rPr lang="en-IN" sz="2800" dirty="0"/>
              <a:t>: </a:t>
            </a:r>
            <a:r>
              <a:rPr lang="en-IN" sz="2400" dirty="0"/>
              <a:t>AI-Powered smart Planner: Enhancing Personalized learning through Intelligent Scheduling </a:t>
            </a:r>
            <a:r>
              <a:rPr lang="en-IN" sz="28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 </a:t>
            </a:r>
            <a:r>
              <a:rPr lang="en-IN" sz="2800" b="1" dirty="0"/>
              <a:t>Ambroise Baillifard1†,Maxime Gabella , Pamela Banta Lavenex3</a:t>
            </a:r>
            <a:r>
              <a:rPr lang="en-IN" sz="2800" dirty="0"/>
              <a:t>: </a:t>
            </a:r>
            <a:r>
              <a:rPr lang="en-IN" sz="2400" dirty="0"/>
              <a:t>Implementing Learning Principles with a personal AI Tutor : A Case Study </a:t>
            </a:r>
            <a:r>
              <a:rPr lang="en-IN" sz="28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b="1" dirty="0" err="1"/>
              <a:t>Ramteja</a:t>
            </a:r>
            <a:r>
              <a:rPr lang="en-IN" sz="2800" b="1" dirty="0"/>
              <a:t> Sajja, Yusuf </a:t>
            </a:r>
            <a:r>
              <a:rPr lang="en-IN" sz="2800" b="1" dirty="0" err="1"/>
              <a:t>Sermet</a:t>
            </a:r>
            <a:r>
              <a:rPr lang="en-IN" sz="2800" b="1" dirty="0"/>
              <a:t>, Muhammed </a:t>
            </a:r>
            <a:r>
              <a:rPr lang="en-IN" sz="2800" b="1" dirty="0" err="1"/>
              <a:t>Cikmaz</a:t>
            </a:r>
            <a:r>
              <a:rPr lang="en-IN" sz="2800" b="1" dirty="0"/>
              <a:t>, David </a:t>
            </a:r>
            <a:r>
              <a:rPr lang="en-IN" sz="2800" b="1" dirty="0" err="1"/>
              <a:t>Cwiertny</a:t>
            </a:r>
            <a:r>
              <a:rPr lang="en-IN" sz="2800" b="1" dirty="0"/>
              <a:t>, Ibrahim Demir</a:t>
            </a:r>
            <a:r>
              <a:rPr lang="en-IN" sz="2800" dirty="0"/>
              <a:t>: </a:t>
            </a:r>
            <a:r>
              <a:rPr lang="en-IN" sz="2400" dirty="0"/>
              <a:t>Artificial Intelligence-Enabled Intelligent Assistant for Personalized and Adaptive Learning in Higher Education.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8303" y="349800"/>
            <a:ext cx="151083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Dynamos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7554</TotalTime>
  <Words>387</Words>
  <Application>Microsoft Office PowerPoint</Application>
  <PresentationFormat>Widescreen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SmartLearn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OM Kawale</cp:lastModifiedBy>
  <cp:revision>151</cp:revision>
  <dcterms:created xsi:type="dcterms:W3CDTF">2013-12-12T18:46:50Z</dcterms:created>
  <dcterms:modified xsi:type="dcterms:W3CDTF">2025-09-08T19:00:01Z</dcterms:modified>
  <cp:category/>
</cp:coreProperties>
</file>